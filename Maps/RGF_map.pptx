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31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0:28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24575,'3'1'0,"0"-1"0,0 1 0,0 0 0,-1-1 0,1 1 0,0 1 0,-1-1 0,1 0 0,-1 1 0,1-1 0,-1 1 0,0 0 0,1-1 0,-1 1 0,3 4 0,10 7 0,549 458 0,-448-370 0,-45-38 0,-4-3 0,135 93 0,119 68 0,-156-120 0,-108-62 0,2-3 0,1-3 0,68 28 0,199 62 0,-106-44 0,-152-47 0,-1 2 0,97 67 0,-29-18 0,-26-16 0,-44-25 0,119 55 0,-83-60 0,3-4 0,126 22 0,-27-8 0,-39 1 0,35 9 0,-172-52 0,-1 2 0,0 1 0,0 1 0,0 1 0,-1 1 0,47 29 0,786 508 0,-767-492 0,101 83 0,-91-63 0,-56-40 0,49 52 0,20 15 0,227 144 0,-68-54 0,-218-153 0,1-2 0,2-4 0,1-1 0,71 26 0,-115-51 0,0 2 0,-1 0 0,0 1 0,-1 0 0,0 1 0,-1 1 0,0 0 0,12 17 0,13 11 0,71 65 0,-36-37 0,100 123 0,-152-165 0,1-1 0,2-2 0,0 0 0,1-1 0,1-1 0,54 33 0,-60-44 0,1 0 0,0-2 0,0 0 0,1-1 0,1-1 0,-1-1 0,1-1 0,0-1 0,0-1 0,43-1 0,324 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0:41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23764,'11935'492'0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0:53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5989 24575,'1'-23'0,"2"1"0,0-1 0,1 0 0,1 1 0,1 0 0,1 0 0,1 0 0,14-25 0,15-21 0,48-68 0,-64 103 0,39-60 0,4 3 0,3 2 0,89-87 0,288-285 0,-311 319 0,331-305 0,-258 256 0,158-115 0,-48 44 0,359-287 0,-541 444 0,124-93 0,288-232 0,-160 85 0,14-12 0,-54 56 0,-252 217 0,239-185 0,-280 227 0,52-37 0,168-95 0,-146 104 0,141-53 0,-223 105 0,-12 5 0,37-19 0,19-9 87,-57 27-813,46-25 0,-58 25-6100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0:56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24575,'5'1'0,"0"0"0,0 1 0,0-1 0,-1 1 0,1 1 0,0-1 0,-1 1 0,0-1 0,0 1 0,1 0 0,-2 1 0,1-1 0,0 1 0,-1 0 0,5 5 0,-1-1 0,197 241 0,-74-83 0,10 29 0,-12-14 0,-74-115 0,247 278 0,83 72 0,-354-379 0,154 204 0,-144-191 0,56 58 0,-10-14 0,91 101 0,-80-89 0,51 43 0,-54-55 0,5 7 0,162 204 0,-208-248 0,29 38 0,-25-34 112,-43-47-604,0 1-1,17 22 1,-20-21-6334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1:02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2645 24575,'1'-18'0,"0"0"0,2 0 0,0 0 0,1 1 0,1-1 0,0 1 0,1 0 0,1 0 0,1 1 0,1 0 0,0 0 0,1 1 0,16-20 0,16-14 0,2 3 0,73-61 0,-56 54 0,335-321 0,-92 113 0,-286 247 0,254-168 0,-179 126 0,97-78 0,9-49 0,-158 145 0,67-48 0,21-17 0,-24-12 0,5-4 0,-49 61 0,-22 20 0,75-58 0,-96 85 20,-2-2 0,1 0 0,-2-1 0,0 0 0,21-27 0,-30 32-134,0 0 0,0-1-1,-1 0 1,-1 0 0,1 0 0,-2-1-1,1 1 1,-2-1 0,1 0 0,-1 0-1,-1 0 1,0-14 0,0 2-6712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1:14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24575,'1'11'0,"1"-1"0,1 0 0,-1 1 0,2-1 0,0 0 0,0-1 0,0 1 0,1-1 0,1 0 0,9 13 0,1 4 0,99 161 0,63 110 0,-147-247 0,2 0 0,52 58 0,7 9 0,-44-55 0,2-2 0,100 92 0,133 85 0,-211-184 0,-52-41 0,0 2 0,-2 1 0,1 0 0,-2 1 0,0 1 0,16 20 0,13 19 0,2-3 0,2-2 0,84 66 0,-79-71 0,180 144 0,24 20 0,-197-154 0,-2 2 0,53 69 0,32 34 0,-87-100 0,64 85 0,-91-102 0,99 144 0,19 22 0,21 34 0,-128-179 0,81 95 0,-60-81 0,22 18 0,-49-59 0,41 59 0,-61-71 0,-1 1 0,21 56 0,-26-56 0,2 0 0,1-1 0,24 37 0,-19-37 0,254 329 0,-211-281 0,-29-34 0,2 0 0,2-3 0,1-1 0,48 37 0,89 67 0,-16-11 0,-133-109 0,-2 1 0,0 1 0,31 40 0,-9-10 0,-34-37 0,-1 0 0,-1 1 0,0 0 0,-1 0 0,-1 1 0,0 0 0,7 32 0,6 12 0,-3-13 0,3-2 0,1 0 0,3-1 0,1-1 0,35 44 0,-29-53-455,2-1 0,51 41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0:18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2494 24575,'0'0'0,"0"0"0,-1 0 0,1 0 0,0 0 0,0 0 0,0 0 0,0 0 0,-1 0 0,1 0 0,0 0 0,0 0 0,0 0 0,0 0 0,0 0 0,-1 0 0,1-1 0,0 1 0,0 0 0,0 0 0,0 0 0,0 0 0,-1 0 0,1 0 0,0 0 0,0 0 0,0-1 0,0 1 0,0 0 0,0 0 0,0 0 0,0 0 0,0 0 0,0-1 0,-1 1 0,1 0 0,0 0 0,0 0 0,0 0 0,0 0 0,0-1 0,0 1 0,0 0 0,0 0 0,0 0 0,0 0 0,0-1 0,0 1 0,0 0 0,1 0 0,-1 0 0,7-12 0,13-11 0,65-50 0,182-120 0,-8 8 0,-154 88 0,-68 60 0,47-35 0,56-27 0,170-91 0,-125 81 0,103-55 0,83-40 0,-222 100 0,15-10 0,-29 17 0,-29 18 0,-49 43 0,-1-4 0,-3-1 0,73-73 0,51-61 0,41-43 0,-205 205-1365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0:20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24575,'14'9'0,"-1"1"0,0 0 0,-1 1 0,0 0 0,-1 0 0,0 2 0,-1-1 0,14 22 0,9 11 0,6 7 0,-3 1 0,29 59 0,-1-3 0,-44-79 0,2-1 0,0-1 0,51 48 0,91 62 0,0 1 0,53 49 0,-141-121 0,-9-10 0,80 89 0,-95-92 0,2-3 0,66 49 0,-66-56 0,20 11 0,-50-39 0,0 1 0,-2 1 0,25 25 0,148 155 0,-97-90 5,77 95-1375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0:21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934 1 24575,'-2'8'0,"0"1"0,-1-1 0,0 1 0,0-1 0,-1 0 0,0 0 0,-9 13 0,3-5 0,-5 8 0,-1-2 0,-1 0 0,-1 0 0,-1-2 0,-1 0 0,-32 24 0,-43 44 0,-23 30 0,-212 243 0,288-318 0,33-35 0,1-1 0,0 1 0,0 0 0,1 1 0,0 0 0,0 0 0,1 1 0,0-1 0,1 1 0,0 0 0,1 1 0,-5 14 0,-39 200 0,41-167 0,4 0 0,5 89 0,1-35 0,-3-2-1365,0-86-5461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0:23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24575,'67'2'0,"106"19"0,-63-5 0,1518 85 0,-1515-101 0,192-5 0,-130-20 0,123 23 0,-158 3 0,-123 0 0,0 1 0,33 8 0,18 1 0,-4-2 0,-1 1 0,97 31 0,-111-28 0,105 18-1365,-126-26-5461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1:21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3056 24575,'16'-30'-2116,"2"2"-1,0 0 0,2 1 0,32-33 1,-9 10 2097,229-300 3649,-161 195 2212,161-273-4712,-27 46-1130,-40 128 0,-13 17 0,45-59 0,-135 205 0,-20 20 0,-6 1 0,-32 31 0,-2-1 0,62-79 0,27-40 0,-65 82 0,-5 13-1365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1:24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6078 24575,'157'-159'0,"140"-137"0,885-680 0,-598 567 0,29 35 0,-460 283 0,148-86 0,309-193 0,-456 266 0,257-227 0,-70-1 0,95-87 0,-277 279 0,348-316 0,-416 370 0,-35 29 0,4 2 0,1 4 0,128-83 0,-46 62 0,172-61 0,-210 91 0,-102 41 0,861-316 0,-815 303 0,333-106 0,-259 76 0,126-66 0,-171 75 67,134-40 0,21-8-1566,-200 68-5327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1:28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24575,'352'209'0,"-126"-81"0,-224-126 0,629 392 0,-455-273 0,241 217 0,-225-177 0,0-2 0,363 399 0,-318-301 0,11-12 0,295 226 0,153 45 0,-105-81 0,-459-334 0,-4 5 0,114 125 0,-222-209 0,-7-6 0,0 0 0,2-1 0,0 0 0,1-2 0,0 1 0,1-2 0,1 0 0,25 13 0,-30-20 0,-2 1 0,1 1 0,-1 0 0,0 1 0,0 0 0,-1 1 0,0 0 0,11 14 0,65 90 0,-62-78 0,632 866 0,-293-299 0,-244-349 0,-73-147 0,99 183 0,-34-71 0,74 125 0,-30-90 0,-111-193 0,74 81 0,-41-52 0,41 51 0,152 196 0,-190-223 0,70 104 0,-145-208 0,-1 0 0,1 1 0,-2-1 0,1 1 0,-1 0 0,-1 0 0,0 0 0,0 0 0,-1 1 0,0-1 0,-1 0 0,0 1 0,0-1 0,-4 19 0,-4 8 0,-1 1 0,-23 56 0,28-84 0,2-3-72,0-1 1,0 0-1,-1 0 0,0 0 0,0 0 0,-1-1 0,1 1 0,-1-1 1,0 0-1,-1 0 0,1 0 0,-1-1 0,0 1 0,0-1 0,-1 0 1,1-1-1,-1 1 0,-8 2 0,-7 3-6754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0:37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0 192 24575,'299'11'0,"-63"0"0,-92-8 0,670 0 0,-788-4 0,0 0 0,-1-2 0,0-2 0,1 0 0,-2-1 0,1-1 0,-1-2 0,0 0 0,44-25 0,-40 16 0,1 2 0,0 1 0,1 1 0,0 2 0,61-17 0,-34 17 0,-27 5 0,1 1 0,34-2 0,194 5-816,-238 3 267,7 1-6277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0:39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24575,'14'622'0,"-1"-100"0,-13 542 0,6-951 0,32 186 0,2 1 0,-14 205 0,-27 397 0,3-870 0,10 59 0,-6-57 0,2 44 0,-30 395 0,17-404-49,-13 97-1267,14-139-5510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1:35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1 24575,'-28'16'0,"1"3"0,1 0 0,0 1 0,2 2 0,-39 42 0,-8 7 0,43-46 0,14-15 0,2 2 0,-1-1 0,2 2 0,-19 24 0,26-27-292,0 1 0,1 1 0,1-1 0,0 0-1,0 1 1,1-1 0,1 0 0,0 1 0,3 22 0,-2 0-2440,-1 3 2578,7 219-894,17-84 7903,-6-58-6855,4 157 0,-6-52 0,-5-131 0,4-1 0,4-1 0,34 97 0,-20-86 0,118 320 0,-131-365 0,-3 1 0,16 88 0,-11-44 0,26 146 0,-14-65 0,-20-112 0,0 7 0,3-1 0,44 114 0,29 72 0,-61-164 0,60 131 0,438 714 0,-281-524 0,312 447 0,-341-547 0,-25-32 0,-151-233 0,2-1 0,3-3 0,62 50 0,-19-16 0,-73-63 0,-1 1 0,-1 1 0,0 0 0,-2 1 0,11 21 0,18 28 0,16 20 0,-3 1 0,63 152 0,-4-5 0,-25-57 0,-78-156 0,22 47 0,2-1 0,65 99 0,-84-149 0,0 0 0,1-1 0,1-1 0,0-1 0,2 0 0,0-1 0,1-1 0,0-1 0,1-1 0,1-1 0,0 0 0,26 8 0,8-2 0,1-2 0,0-3 0,0-3 0,90 6 0,240-15 0,-183-4 0,-131 3 0,76 11 0,-121-7 0,0 1 0,0 1 0,-1 2 0,0 1 0,49 22 0,360 204 0,-381-207 0,161 73 0,-195-93 0,40 15 0,106 27 0,-127-40 0,1-3 0,0-2 0,51 1 0,-46-6 0,0 1 0,82 14 0,-99-10-682,51 2-1,-57-7-6143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1:37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24575,'6'5'0,"-1"0"0,0 1 0,0-1 0,-1 1 0,1 0 0,-1 0 0,0 0 0,-1 0 0,0 1 0,4 9 0,0-1 0,79 198 0,-43-97 0,-35-96 0,8 23 0,3-1 0,44 76 0,64 105 0,-23-35 0,-82-153 0,2 7 0,3-2 0,38 45 0,-27-38 0,50 81 0,-27-36 0,8 22 0,-44-70 0,40 54 0,-4-32 0,-41-47 0,-2 1 0,16 22 0,-29-35 0,-1 0 0,0 0 0,0 0 0,0 1 0,-1 0 0,0-1 0,-1 1 0,0 0 0,0 0 0,1 15 0,1 4-95,1 0 0,0-1 0,2 1 0,17 40 0,-14-40-795,1 5-5936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8:12:46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24575,'140'6'-121,"66"21"-5018,-3 15 3015,-66-10 7363,-123-29-4224,101 18 208,-77-15-1246,1 1 0,-1 2-1,37 13 1,18 10 23,112 22 0,7-17 0,-86-17 0,13-4 0,7 0 0,170 62 0,-272-67 0,51 20 0,-17-5 0,-27-11 0,-2 3 0,0 2 0,-1 3 0,-1 1 0,-1 2 0,-2 2 0,64 53 0,-49-38 0,-41-31 0,-1 0 0,22 21 0,-12-9 0,2 0 0,32 19 0,-28-20 0,42 37 0,-43-38-1365,-16-15-5461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0F3A8-80FC-EEB2-9360-4721CA6C7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600D3-E3F8-E3C4-387F-B61D6BD40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AE3F7-49EF-1509-F0C3-F09CCD61C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17023-7F05-46A6-880F-3E9719B0DD27}" type="datetimeFigureOut">
              <a:rPr lang="en-US" smtClean="0"/>
              <a:t>09-Apr-26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48DF2-93D3-593C-023C-EAB4AA85E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895E1-AEFB-BDD8-86E4-EA1E978FE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1838-5192-4B57-88E0-9E070A2A6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98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E0A8-16A1-951F-FC14-5997714D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A660F-60E0-F1CA-E430-627878D34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759DE-BA6D-33A0-5B7B-C2483989C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17023-7F05-46A6-880F-3E9719B0DD27}" type="datetimeFigureOut">
              <a:rPr lang="en-US" smtClean="0"/>
              <a:t>09-Apr-26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D154D-B9B2-E953-FC1B-32D697F17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3DC4D-832B-5E2E-0DF1-BFD3FA3A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1838-5192-4B57-88E0-9E070A2A6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29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C7F8A-672B-6C92-8BE6-C02D8238B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24C07-A43A-E756-53E8-5DD324A61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4D75-E264-8922-63B3-8493502E6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17023-7F05-46A6-880F-3E9719B0DD27}" type="datetimeFigureOut">
              <a:rPr lang="en-US" smtClean="0"/>
              <a:t>09-Apr-26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2C62F-06B6-349F-28CC-7060CEC1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46D13-5410-C398-9098-278E6AB86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1838-5192-4B57-88E0-9E070A2A6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73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F97F9-704A-F231-5D44-B27AEEC92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1D2DF-A0CA-3F48-C298-F3CD58D43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ECB23-4DF9-F23D-0433-71834FA10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EA7C4-729B-5781-142F-8E0EE65B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17023-7F05-46A6-880F-3E9719B0DD27}" type="datetimeFigureOut">
              <a:rPr lang="en-US" smtClean="0"/>
              <a:t>09-Apr-26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FB2E4-03F6-8440-0B44-4AC2FE63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904C-444D-1D36-A2F5-62D45707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1838-5192-4B57-88E0-9E070A2A6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4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AD977-4B06-529E-1319-D5FFD17A0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0A96F-B18A-BEF8-90A6-88468377E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1F8F4-FD77-45CF-B2D0-907361BC6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D0FF5-A233-4025-51DA-4A974D751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6741CD-A53C-5092-2B26-AC38BC3D4A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5CF22-A179-06EB-BA55-38BDF03E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17023-7F05-46A6-880F-3E9719B0DD27}" type="datetimeFigureOut">
              <a:rPr lang="en-US" smtClean="0"/>
              <a:t>09-Apr-26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BEBF86-6443-5B59-07DA-CF059261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38998-F627-9D96-6408-DC5CE2E42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1838-5192-4B57-88E0-9E070A2A6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61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56EFA-D8A8-09BC-B4FD-C4B5AB46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30A68E-3C46-954D-F2B6-476860BDB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17023-7F05-46A6-880F-3E9719B0DD27}" type="datetimeFigureOut">
              <a:rPr lang="en-US" smtClean="0"/>
              <a:t>09-Apr-26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125BE-85D6-07E8-8475-1561504D4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53E9D-D146-5AE9-20AA-58813C1F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1838-5192-4B57-88E0-9E070A2A6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0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3337F-3FDF-B906-F075-F479CB374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17023-7F05-46A6-880F-3E9719B0DD27}" type="datetimeFigureOut">
              <a:rPr lang="en-US" smtClean="0"/>
              <a:t>09-Apr-26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1C56A-B057-608A-28DE-12E10A076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65454-0465-ADB8-7DB9-E696C7DB5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1838-5192-4B57-88E0-9E070A2A6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9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59655-A679-2855-00C5-157DAE9D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ACF94-73A0-FF66-84C2-45D93AAAE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CBE9E-EA79-3B1F-3337-1B41EBDFC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74302-8BA2-BB01-7920-0C32BD382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17023-7F05-46A6-880F-3E9719B0DD27}" type="datetimeFigureOut">
              <a:rPr lang="en-US" smtClean="0"/>
              <a:t>09-Apr-26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650FE-0E07-D0FC-AF63-6B2B435C4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43C8B-FAB1-0DB1-BA89-C86B0E6F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1838-5192-4B57-88E0-9E070A2A6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52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FA231-6D76-F4E5-D237-FC2C36EE1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9F20F5-77D7-BAC3-CD33-EB2518AB5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2BD4B-58F9-CE43-2B83-60028AB80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25DFE-73AA-7A04-663F-E937FD54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17023-7F05-46A6-880F-3E9719B0DD27}" type="datetimeFigureOut">
              <a:rPr lang="en-US" smtClean="0"/>
              <a:t>09-Apr-26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0F9A4-004F-E9E3-A823-64B48496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DF328-1FA6-E78F-5749-410703E5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1838-5192-4B57-88E0-9E070A2A6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3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8552-A601-346A-3CC8-7FCEC43F0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AE0D5-99D6-DF1A-363D-04C24233F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06859-9800-33A9-1431-D4C25BB7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17023-7F05-46A6-880F-3E9719B0DD27}" type="datetimeFigureOut">
              <a:rPr lang="en-US" smtClean="0"/>
              <a:t>09-Apr-26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2AFAB-0A2B-698E-F853-B9DC4FECD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E2D1E-538A-9CB3-424D-07D0EF88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1838-5192-4B57-88E0-9E070A2A6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7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66A086-B6ED-CE29-70FC-F1D7002A0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36A35-57AB-A46A-EAAF-0819834D2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656F3-BA83-B2EF-86BA-FC46F061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17023-7F05-46A6-880F-3E9719B0DD27}" type="datetimeFigureOut">
              <a:rPr lang="en-US" smtClean="0"/>
              <a:t>09-Apr-26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77E58-EE33-805D-7E72-B599A050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4B7C7-7150-5CDA-88E9-E4BF3CEF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E1838-5192-4B57-88E0-9E070A2A6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7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0CC5C7-E490-FC02-64DC-B2D590DFE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C9E99-DEF8-F4F4-1E6A-F8BCF4469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5ABB7-21EE-75B7-870B-5D0807D352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17023-7F05-46A6-880F-3E9719B0DD27}" type="datetimeFigureOut">
              <a:rPr lang="en-US" smtClean="0"/>
              <a:t>09-Apr-26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C7A75-E11F-3CD4-9EA9-DFA698D87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0FFA2-EA68-6250-B994-3B17C448B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CE1838-5192-4B57-88E0-9E070A2A6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39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21" Type="http://schemas.openxmlformats.org/officeDocument/2006/relationships/customXml" Target="../ink/ink10.xml"/><Relationship Id="rId34" Type="http://schemas.openxmlformats.org/officeDocument/2006/relationships/image" Target="../media/image17.png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8" Type="http://schemas.openxmlformats.org/officeDocument/2006/relationships/image" Target="../media/image4.png"/><Relationship Id="rId3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99BA0189-C3DE-A212-C869-C8FD5E053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21" y="0"/>
            <a:ext cx="10613358" cy="6858000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03FD7B4B-5E50-34D0-9491-FFC1E8BFE280}"/>
              </a:ext>
            </a:extLst>
          </p:cNvPr>
          <p:cNvSpPr/>
          <p:nvPr/>
        </p:nvSpPr>
        <p:spPr>
          <a:xfrm rot="10800000">
            <a:off x="6752663" y="1034261"/>
            <a:ext cx="540774" cy="8849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992375C-79C3-C1D2-694F-2FD94BAE9916}"/>
                  </a:ext>
                </a:extLst>
              </p14:cNvPr>
              <p14:cNvContentPartPr/>
              <p14:nvPr/>
            </p14:nvContentPartPr>
            <p14:xfrm>
              <a:off x="4375250" y="3667188"/>
              <a:ext cx="3013560" cy="17625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992375C-79C3-C1D2-694F-2FD94BAE99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7250" y="3649188"/>
                <a:ext cx="3049200" cy="179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EB353D9-D74C-F0B9-FA18-4EA95BE2440A}"/>
                  </a:ext>
                </a:extLst>
              </p14:cNvPr>
              <p14:cNvContentPartPr/>
              <p14:nvPr/>
            </p14:nvContentPartPr>
            <p14:xfrm>
              <a:off x="3549410" y="5712348"/>
              <a:ext cx="4296960" cy="1774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EB353D9-D74C-F0B9-FA18-4EA95BE244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31410" y="5694348"/>
                <a:ext cx="43326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0188915-EFB6-6E2F-4170-6A64F5DB2247}"/>
                  </a:ext>
                </a:extLst>
              </p14:cNvPr>
              <p14:cNvContentPartPr/>
              <p14:nvPr/>
            </p14:nvContentPartPr>
            <p14:xfrm>
              <a:off x="3038210" y="773868"/>
              <a:ext cx="2463120" cy="21564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0188915-EFB6-6E2F-4170-6A64F5DB224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20210" y="756228"/>
                <a:ext cx="2498760" cy="21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9C9E3A4-E4D8-A1CF-552A-9E90819DDF0B}"/>
                  </a:ext>
                </a:extLst>
              </p14:cNvPr>
              <p14:cNvContentPartPr/>
              <p14:nvPr/>
            </p14:nvContentPartPr>
            <p14:xfrm>
              <a:off x="5545250" y="766668"/>
              <a:ext cx="1078560" cy="12412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9C9E3A4-E4D8-A1CF-552A-9E90819DDF0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27610" y="749028"/>
                <a:ext cx="1114200" cy="12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7F04FE8-8EA8-C39D-C1D1-475885C767BA}"/>
                  </a:ext>
                </a:extLst>
              </p14:cNvPr>
              <p14:cNvContentPartPr/>
              <p14:nvPr/>
            </p14:nvContentPartPr>
            <p14:xfrm>
              <a:off x="5682770" y="2036748"/>
              <a:ext cx="974520" cy="9525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7F04FE8-8EA8-C39D-C1D1-475885C767B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65130" y="2018748"/>
                <a:ext cx="1010160" cy="9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24F7096-44FF-073F-52A9-6D6669952204}"/>
                  </a:ext>
                </a:extLst>
              </p14:cNvPr>
              <p14:cNvContentPartPr/>
              <p14:nvPr/>
            </p14:nvContentPartPr>
            <p14:xfrm>
              <a:off x="5682770" y="3008748"/>
              <a:ext cx="1896120" cy="22644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24F7096-44FF-073F-52A9-6D666995220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665130" y="2990748"/>
                <a:ext cx="1931760" cy="230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AF010461-1C00-C4A6-1B86-241359C50C53}"/>
              </a:ext>
            </a:extLst>
          </p:cNvPr>
          <p:cNvGrpSpPr/>
          <p:nvPr/>
        </p:nvGrpSpPr>
        <p:grpSpPr>
          <a:xfrm>
            <a:off x="7421570" y="3413028"/>
            <a:ext cx="2147400" cy="2525040"/>
            <a:chOff x="7421570" y="3413028"/>
            <a:chExt cx="2147400" cy="252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2216688-A409-AD86-2F9A-00BE307FBC2C}"/>
                    </a:ext>
                  </a:extLst>
                </p14:cNvPr>
                <p14:cNvContentPartPr/>
                <p14:nvPr/>
              </p14:nvContentPartPr>
              <p14:xfrm>
                <a:off x="7421570" y="4490508"/>
                <a:ext cx="1229040" cy="898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2216688-A409-AD86-2F9A-00BE307FBC2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403570" y="4472508"/>
                  <a:ext cx="1264680" cy="9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11BC76A-0BCF-6113-FCA2-FF8C27D94E09}"/>
                    </a:ext>
                  </a:extLst>
                </p14:cNvPr>
                <p14:cNvContentPartPr/>
                <p14:nvPr/>
              </p14:nvContentPartPr>
              <p14:xfrm>
                <a:off x="8681930" y="4473588"/>
                <a:ext cx="816840" cy="82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11BC76A-0BCF-6113-FCA2-FF8C27D94E0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63930" y="4455588"/>
                  <a:ext cx="852480" cy="8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321BB27-F089-E322-7E29-5EFBF7FCCB89}"/>
                    </a:ext>
                  </a:extLst>
                </p14:cNvPr>
                <p14:cNvContentPartPr/>
                <p14:nvPr/>
              </p14:nvContentPartPr>
              <p14:xfrm>
                <a:off x="9171530" y="5309148"/>
                <a:ext cx="336240" cy="628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321BB27-F089-E322-7E29-5EFBF7FCCB8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153890" y="5291508"/>
                  <a:ext cx="37188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2CEE59D-B7E2-EEC1-7061-AE9930AAAB65}"/>
                    </a:ext>
                  </a:extLst>
                </p14:cNvPr>
                <p14:cNvContentPartPr/>
                <p14:nvPr/>
              </p14:nvContentPartPr>
              <p14:xfrm>
                <a:off x="7826210" y="5849868"/>
                <a:ext cx="1324800" cy="87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2CEE59D-B7E2-EEC1-7061-AE9930AAAB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08570" y="5832228"/>
                  <a:ext cx="13604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013A2CC-51DE-25C8-8276-63C8329370D4}"/>
                    </a:ext>
                  </a:extLst>
                </p14:cNvPr>
                <p14:cNvContentPartPr/>
                <p14:nvPr/>
              </p14:nvContentPartPr>
              <p14:xfrm>
                <a:off x="8701370" y="3413028"/>
                <a:ext cx="867600" cy="1100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013A2CC-51DE-25C8-8276-63C8329370D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683730" y="3395388"/>
                  <a:ext cx="903240" cy="113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5D9B87D-9461-A270-81A6-EC6830FDCD9F}"/>
                  </a:ext>
                </a:extLst>
              </p14:cNvPr>
              <p14:cNvContentPartPr/>
              <p14:nvPr/>
            </p14:nvContentPartPr>
            <p14:xfrm>
              <a:off x="1219130" y="14268"/>
              <a:ext cx="3294720" cy="21884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5D9B87D-9461-A270-81A6-EC6830FDCD9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01130" y="-3732"/>
                <a:ext cx="3330360" cy="22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4BF3143-4360-716A-2845-F8B280E819E7}"/>
                  </a:ext>
                </a:extLst>
              </p14:cNvPr>
              <p14:cNvContentPartPr/>
              <p14:nvPr/>
            </p14:nvContentPartPr>
            <p14:xfrm>
              <a:off x="6538490" y="39244"/>
              <a:ext cx="3108960" cy="33616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4BF3143-4360-716A-2845-F8B280E819E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520490" y="21244"/>
                <a:ext cx="3144600" cy="339732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E4EBB950-753D-8ECF-B085-B39E26EE8689}"/>
              </a:ext>
            </a:extLst>
          </p:cNvPr>
          <p:cNvSpPr txBox="1"/>
          <p:nvPr/>
        </p:nvSpPr>
        <p:spPr>
          <a:xfrm>
            <a:off x="2743200" y="1720084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Rice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138E63-D587-E066-A378-EAB1B96304A0}"/>
              </a:ext>
            </a:extLst>
          </p:cNvPr>
          <p:cNvSpPr txBox="1"/>
          <p:nvPr/>
        </p:nvSpPr>
        <p:spPr>
          <a:xfrm>
            <a:off x="1963147" y="3610322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Rice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A6B46E-CE94-FEA9-504A-5F32B8DD93E5}"/>
              </a:ext>
            </a:extLst>
          </p:cNvPr>
          <p:cNvSpPr txBox="1"/>
          <p:nvPr/>
        </p:nvSpPr>
        <p:spPr>
          <a:xfrm>
            <a:off x="7388810" y="1809796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Rice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E915A4-E1A1-4991-A0EA-3083DDEBF61C}"/>
              </a:ext>
            </a:extLst>
          </p:cNvPr>
          <p:cNvSpPr txBox="1"/>
          <p:nvPr/>
        </p:nvSpPr>
        <p:spPr>
          <a:xfrm>
            <a:off x="7077667" y="354971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Rice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64DDC97-0C39-A6C3-CAD2-E05E4C69A909}"/>
              </a:ext>
            </a:extLst>
          </p:cNvPr>
          <p:cNvGrpSpPr/>
          <p:nvPr/>
        </p:nvGrpSpPr>
        <p:grpSpPr>
          <a:xfrm>
            <a:off x="1078010" y="2221924"/>
            <a:ext cx="3337200" cy="3480344"/>
            <a:chOff x="1078010" y="2221924"/>
            <a:chExt cx="3337200" cy="348034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AB37C86-B95D-459D-ABB1-D1185A3CE9EF}"/>
                    </a:ext>
                  </a:extLst>
                </p14:cNvPr>
                <p14:cNvContentPartPr/>
                <p14:nvPr/>
              </p14:nvContentPartPr>
              <p14:xfrm>
                <a:off x="3490370" y="3686628"/>
                <a:ext cx="905400" cy="79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AB37C86-B95D-459D-ABB1-D1185A3CE9E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72370" y="3668628"/>
                  <a:ext cx="9410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EA5F2CE-5C7E-BF13-7211-6DF65AF843C0}"/>
                    </a:ext>
                  </a:extLst>
                </p14:cNvPr>
                <p14:cNvContentPartPr/>
                <p14:nvPr/>
              </p14:nvContentPartPr>
              <p14:xfrm>
                <a:off x="3510170" y="3794988"/>
                <a:ext cx="59400" cy="1907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EA5F2CE-5C7E-BF13-7211-6DF65AF843C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92170" y="3776988"/>
                  <a:ext cx="95040" cy="19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37F8BFF-9213-CC84-8A6B-B05A5BD0B7BA}"/>
                    </a:ext>
                  </a:extLst>
                </p14:cNvPr>
                <p14:cNvContentPartPr/>
                <p14:nvPr/>
              </p14:nvContentPartPr>
              <p14:xfrm>
                <a:off x="1078010" y="2221924"/>
                <a:ext cx="2470320" cy="3471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37F8BFF-9213-CC84-8A6B-B05A5BD0B7B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60370" y="2204284"/>
                  <a:ext cx="2505960" cy="350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B616ED1-4ED5-9B63-B60A-B7A8BC19A7B0}"/>
                    </a:ext>
                  </a:extLst>
                </p14:cNvPr>
                <p14:cNvContentPartPr/>
                <p14:nvPr/>
              </p14:nvContentPartPr>
              <p14:xfrm>
                <a:off x="3047930" y="2969284"/>
                <a:ext cx="447840" cy="812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B616ED1-4ED5-9B63-B60A-B7A8BC19A7B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29930" y="2951284"/>
                  <a:ext cx="483480" cy="84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6471D73-26C5-86C2-0692-D47D365586CE}"/>
                    </a:ext>
                  </a:extLst>
                </p14:cNvPr>
                <p14:cNvContentPartPr/>
                <p14:nvPr/>
              </p14:nvContentPartPr>
              <p14:xfrm>
                <a:off x="3224690" y="3283564"/>
                <a:ext cx="1190520" cy="372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6471D73-26C5-86C2-0692-D47D365586C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06690" y="3265924"/>
                  <a:ext cx="1226160" cy="40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527839FA-A1D6-A461-08FA-767EE240A59F}"/>
              </a:ext>
            </a:extLst>
          </p:cNvPr>
          <p:cNvSpPr txBox="1"/>
          <p:nvPr/>
        </p:nvSpPr>
        <p:spPr>
          <a:xfrm>
            <a:off x="4669729" y="4939608"/>
            <a:ext cx="815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Alfalfa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139658-E755-8CF9-D489-E3A19239B69B}"/>
              </a:ext>
            </a:extLst>
          </p:cNvPr>
          <p:cNvSpPr txBox="1"/>
          <p:nvPr/>
        </p:nvSpPr>
        <p:spPr>
          <a:xfrm>
            <a:off x="8011096" y="5216520"/>
            <a:ext cx="815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Alfalfa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A3F5B86-E590-97DA-5055-7EB827134C41}"/>
              </a:ext>
            </a:extLst>
          </p:cNvPr>
          <p:cNvSpPr txBox="1"/>
          <p:nvPr/>
        </p:nvSpPr>
        <p:spPr>
          <a:xfrm>
            <a:off x="3438395" y="3390722"/>
            <a:ext cx="547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Rye</a:t>
            </a:r>
          </a:p>
        </p:txBody>
      </p:sp>
    </p:spTree>
    <p:extLst>
      <p:ext uri="{BB962C8B-B14F-4D97-AF65-F5344CB8AC3E}">
        <p14:creationId xmlns:p14="http://schemas.microsoft.com/office/powerpoint/2010/main" val="1322869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Zhenglin</dc:creator>
  <cp:lastModifiedBy>Zhang Zhenglin</cp:lastModifiedBy>
  <cp:revision>1</cp:revision>
  <dcterms:created xsi:type="dcterms:W3CDTF">2026-04-09T18:08:09Z</dcterms:created>
  <dcterms:modified xsi:type="dcterms:W3CDTF">2026-04-09T18:26:35Z</dcterms:modified>
</cp:coreProperties>
</file>